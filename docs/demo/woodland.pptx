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21D00A1-9734-4556-8545-F904D6F5748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81045FD-B0B1-4B72-A3C0-284C26264F0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D022944-1620-40C0-8392-83161225719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Woodland Ave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Annual review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Pine Street Holdings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 July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The year in one line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Full for eleven months of twelve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Repairs under the amount set aside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One vacancy, let in three weeks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Rent collected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182,400 this year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171,900 last year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Up 6 per cent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What it cost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Repairs 14,200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Insurance 9,800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Management 12,600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The roof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Survey booked for September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Work deferred, not avoided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The money stays set aside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What we are asking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Hold the rent until the roof is done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Move everyone to one renewal date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The board sees this before anything is agreed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