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BB4C893-1A78-4EB5-973B-CBF509A88E7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 txBox="1"/>
          <p:nvPr/>
        </p:nvSpPr>
        <p:spPr>
          <a:xfrm>
            <a:off x="914400" y="914400"/>
            <a:ext cx="54864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Thank them for coming. Keep this to twenty minutes.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 txBox="1"/>
          <p:nvPr/>
        </p:nvSpPr>
        <p:spPr>
          <a:xfrm>
            <a:off x="914400" y="914400"/>
            <a:ext cx="54864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vacancy was in March. Do not volunteer that unless asked.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 txBox="1"/>
          <p:nvPr/>
        </p:nvSpPr>
        <p:spPr>
          <a:xfrm>
            <a:off x="914400" y="914400"/>
            <a:ext cx="54864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Six per cent is the headline. The board will ask how much of it is the one new tenant.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 txBox="1"/>
          <p:nvPr/>
        </p:nvSpPr>
        <p:spPr>
          <a:xfrm>
            <a:off x="914400" y="914400"/>
            <a:ext cx="54864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Insurance is up eight per cent and will go up again at renewal.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 txBox="1"/>
          <p:nvPr/>
        </p:nvSpPr>
        <p:spPr>
          <a:xfrm>
            <a:off x="914400" y="914400"/>
            <a:ext cx="54864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This is the one they will push on. The survey is booked, the money is there.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 txBox="1"/>
          <p:nvPr/>
        </p:nvSpPr>
        <p:spPr>
          <a:xfrm>
            <a:off x="914400" y="914400"/>
            <a:ext cx="54864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Ask for a decision on the renewal dates today. The rest can wait.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E6908C4-D9EB-4EB3-A6C6-87E68D417F5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D36EF3E-BE49-47F3-8DDC-0F658B2A49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A15A757-C0BB-4499-A810-5DC34295AF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Woodland Ave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Annual review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Pine Street Holdings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 July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year in one line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Full for eleven months of twelve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Repairs under the amount set aside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One vacancy, let in three weeks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Rent collected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182,400 this year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171,900 last year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Up 6 per cent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What it cost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Repairs 14,200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Insurance 9,800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Management 12,600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roof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Survey booked for September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Work deferred, not avoided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money stays set aside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What we are asking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Hold the rent until the roof is done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Move everyone to one renewal date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The board sees this before anything is agreed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