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74C9EE-E792-400B-BC99-8F615AD400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F93AEB-6772-4089-AB0E-DBE8BC5D799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FBAA25F-EAFF-4B65-AD1D-6645FD85C5F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Kickoff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Cormorant Studio and Northgate Partners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 txBox="1"/>
          <p:nvPr/>
        </p:nvSpPr>
        <p:spPr>
          <a:xfrm>
            <a:off x="360000" y="360000"/>
            <a:ext cx="7200000" cy="10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Where we are today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360000" y="1800000"/>
            <a:ext cx="7200000" cy="2880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Four systems hold customer records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Month-end close takes nine working days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Two people can answer a pricing question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